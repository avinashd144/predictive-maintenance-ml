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70" r:id="rId10"/>
    <p:sldId id="269" r:id="rId11"/>
    <p:sldId id="27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52F7FD-926C-4352-809F-CF967E039334}" v="11" dt="2025-08-25T18:06:37.6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370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inash desai" userId="f6326742e5166e74" providerId="LiveId" clId="{E552F7FD-926C-4352-809F-CF967E039334}"/>
    <pc:docChg chg="custSel delSld modSld sldOrd">
      <pc:chgData name="avinash desai" userId="f6326742e5166e74" providerId="LiveId" clId="{E552F7FD-926C-4352-809F-CF967E039334}" dt="2025-08-25T19:09:05.716" v="234" actId="1035"/>
      <pc:docMkLst>
        <pc:docMk/>
      </pc:docMkLst>
      <pc:sldChg chg="del">
        <pc:chgData name="avinash desai" userId="f6326742e5166e74" providerId="LiveId" clId="{E552F7FD-926C-4352-809F-CF967E039334}" dt="2025-08-25T17:31:54.024" v="0" actId="47"/>
        <pc:sldMkLst>
          <pc:docMk/>
          <pc:sldMk cId="3782437311" sldId="256"/>
        </pc:sldMkLst>
      </pc:sldChg>
      <pc:sldChg chg="del">
        <pc:chgData name="avinash desai" userId="f6326742e5166e74" providerId="LiveId" clId="{E552F7FD-926C-4352-809F-CF967E039334}" dt="2025-08-25T17:31:54.711" v="1" actId="47"/>
        <pc:sldMkLst>
          <pc:docMk/>
          <pc:sldMk cId="3307437190" sldId="257"/>
        </pc:sldMkLst>
      </pc:sldChg>
      <pc:sldChg chg="del">
        <pc:chgData name="avinash desai" userId="f6326742e5166e74" providerId="LiveId" clId="{E552F7FD-926C-4352-809F-CF967E039334}" dt="2025-08-25T17:31:55.235" v="2" actId="47"/>
        <pc:sldMkLst>
          <pc:docMk/>
          <pc:sldMk cId="1938245974" sldId="258"/>
        </pc:sldMkLst>
      </pc:sldChg>
      <pc:sldChg chg="del">
        <pc:chgData name="avinash desai" userId="f6326742e5166e74" providerId="LiveId" clId="{E552F7FD-926C-4352-809F-CF967E039334}" dt="2025-08-25T17:31:55.781" v="3" actId="47"/>
        <pc:sldMkLst>
          <pc:docMk/>
          <pc:sldMk cId="2271858019" sldId="259"/>
        </pc:sldMkLst>
      </pc:sldChg>
      <pc:sldChg chg="del">
        <pc:chgData name="avinash desai" userId="f6326742e5166e74" providerId="LiveId" clId="{E552F7FD-926C-4352-809F-CF967E039334}" dt="2025-08-25T17:31:56.601" v="4" actId="47"/>
        <pc:sldMkLst>
          <pc:docMk/>
          <pc:sldMk cId="575368583" sldId="260"/>
        </pc:sldMkLst>
      </pc:sldChg>
      <pc:sldChg chg="addSp modSp mod modNotesTx">
        <pc:chgData name="avinash desai" userId="f6326742e5166e74" providerId="LiveId" clId="{E552F7FD-926C-4352-809F-CF967E039334}" dt="2025-08-25T17:57:49.316" v="139" actId="1076"/>
        <pc:sldMkLst>
          <pc:docMk/>
          <pc:sldMk cId="0" sldId="261"/>
        </pc:sldMkLst>
        <pc:spChg chg="mod">
          <ac:chgData name="avinash desai" userId="f6326742e5166e74" providerId="LiveId" clId="{E552F7FD-926C-4352-809F-CF967E039334}" dt="2025-08-25T17:57:43.741" v="138" actId="14100"/>
          <ac:spMkLst>
            <pc:docMk/>
            <pc:sldMk cId="0" sldId="261"/>
            <ac:spMk id="2" creationId="{00000000-0000-0000-0000-000000000000}"/>
          </ac:spMkLst>
        </pc:spChg>
        <pc:spChg chg="mod">
          <ac:chgData name="avinash desai" userId="f6326742e5166e74" providerId="LiveId" clId="{E552F7FD-926C-4352-809F-CF967E039334}" dt="2025-08-25T17:57:49.316" v="139" actId="1076"/>
          <ac:spMkLst>
            <pc:docMk/>
            <pc:sldMk cId="0" sldId="261"/>
            <ac:spMk id="3" creationId="{00000000-0000-0000-0000-000000000000}"/>
          </ac:spMkLst>
        </pc:spChg>
        <pc:picChg chg="add mod">
          <ac:chgData name="avinash desai" userId="f6326742e5166e74" providerId="LiveId" clId="{E552F7FD-926C-4352-809F-CF967E039334}" dt="2025-08-25T17:53:14.738" v="107" actId="1035"/>
          <ac:picMkLst>
            <pc:docMk/>
            <pc:sldMk cId="0" sldId="261"/>
            <ac:picMk id="5" creationId="{AB7294D3-530C-2725-BE9B-3B42F1C5022F}"/>
          </ac:picMkLst>
        </pc:picChg>
      </pc:sldChg>
      <pc:sldChg chg="addSp delSp modSp mod modNotesTx">
        <pc:chgData name="avinash desai" userId="f6326742e5166e74" providerId="LiveId" clId="{E552F7FD-926C-4352-809F-CF967E039334}" dt="2025-08-25T18:05:55.361" v="160" actId="21"/>
        <pc:sldMkLst>
          <pc:docMk/>
          <pc:sldMk cId="0" sldId="262"/>
        </pc:sldMkLst>
        <pc:spChg chg="mod">
          <ac:chgData name="avinash desai" userId="f6326742e5166e74" providerId="LiveId" clId="{E552F7FD-926C-4352-809F-CF967E039334}" dt="2025-08-25T17:59:49.502" v="149" actId="313"/>
          <ac:spMkLst>
            <pc:docMk/>
            <pc:sldMk cId="0" sldId="262"/>
            <ac:spMk id="3" creationId="{00000000-0000-0000-0000-000000000000}"/>
          </ac:spMkLst>
        </pc:spChg>
        <pc:picChg chg="del mod">
          <ac:chgData name="avinash desai" userId="f6326742e5166e74" providerId="LiveId" clId="{E552F7FD-926C-4352-809F-CF967E039334}" dt="2025-08-25T17:59:02.597" v="144" actId="478"/>
          <ac:picMkLst>
            <pc:docMk/>
            <pc:sldMk cId="0" sldId="262"/>
            <ac:picMk id="4" creationId="{00000000-0000-0000-0000-000000000000}"/>
          </ac:picMkLst>
        </pc:picChg>
        <pc:picChg chg="add del mod">
          <ac:chgData name="avinash desai" userId="f6326742e5166e74" providerId="LiveId" clId="{E552F7FD-926C-4352-809F-CF967E039334}" dt="2025-08-25T18:05:55.361" v="160" actId="21"/>
          <ac:picMkLst>
            <pc:docMk/>
            <pc:sldMk cId="0" sldId="262"/>
            <ac:picMk id="5" creationId="{548A4C09-5923-5675-9A96-1A51EA89753C}"/>
          </ac:picMkLst>
        </pc:picChg>
      </pc:sldChg>
      <pc:sldChg chg="modNotesTx">
        <pc:chgData name="avinash desai" userId="f6326742e5166e74" providerId="LiveId" clId="{E552F7FD-926C-4352-809F-CF967E039334}" dt="2025-08-25T18:00:45.741" v="150" actId="20577"/>
        <pc:sldMkLst>
          <pc:docMk/>
          <pc:sldMk cId="0" sldId="263"/>
        </pc:sldMkLst>
      </pc:sldChg>
      <pc:sldChg chg="addSp delSp modSp mod modNotesTx">
        <pc:chgData name="avinash desai" userId="f6326742e5166e74" providerId="LiveId" clId="{E552F7FD-926C-4352-809F-CF967E039334}" dt="2025-08-25T18:04:34.831" v="159" actId="6549"/>
        <pc:sldMkLst>
          <pc:docMk/>
          <pc:sldMk cId="0" sldId="264"/>
        </pc:sldMkLst>
        <pc:graphicFrameChg chg="add mod">
          <ac:chgData name="avinash desai" userId="f6326742e5166e74" providerId="LiveId" clId="{E552F7FD-926C-4352-809F-CF967E039334}" dt="2025-08-25T18:03:29.762" v="153"/>
          <ac:graphicFrameMkLst>
            <pc:docMk/>
            <pc:sldMk cId="0" sldId="264"/>
            <ac:graphicFrameMk id="6" creationId="{81B70AFD-C401-31FE-9A45-A2F44E40B5C6}"/>
          </ac:graphicFrameMkLst>
        </pc:graphicFrameChg>
        <pc:graphicFrameChg chg="add mod">
          <ac:chgData name="avinash desai" userId="f6326742e5166e74" providerId="LiveId" clId="{E552F7FD-926C-4352-809F-CF967E039334}" dt="2025-08-25T18:04:06.785" v="158" actId="1076"/>
          <ac:graphicFrameMkLst>
            <pc:docMk/>
            <pc:sldMk cId="0" sldId="264"/>
            <ac:graphicFrameMk id="8" creationId="{96252719-CB65-C056-1820-D961C67CEE84}"/>
          </ac:graphicFrameMkLst>
        </pc:graphicFrameChg>
        <pc:picChg chg="del mod">
          <ac:chgData name="avinash desai" userId="f6326742e5166e74" providerId="LiveId" clId="{E552F7FD-926C-4352-809F-CF967E039334}" dt="2025-08-25T18:03:07.807" v="151" actId="478"/>
          <ac:picMkLst>
            <pc:docMk/>
            <pc:sldMk cId="0" sldId="264"/>
            <ac:picMk id="4" creationId="{00000000-0000-0000-0000-000000000000}"/>
          </ac:picMkLst>
        </pc:picChg>
        <pc:picChg chg="add">
          <ac:chgData name="avinash desai" userId="f6326742e5166e74" providerId="LiveId" clId="{E552F7FD-926C-4352-809F-CF967E039334}" dt="2025-08-25T18:03:10.808" v="152"/>
          <ac:picMkLst>
            <pc:docMk/>
            <pc:sldMk cId="0" sldId="264"/>
            <ac:picMk id="5" creationId="{4D1593E4-C0FE-20E8-430F-90E0027B8377}"/>
          </ac:picMkLst>
        </pc:picChg>
        <pc:picChg chg="add del mod">
          <ac:chgData name="avinash desai" userId="f6326742e5166e74" providerId="LiveId" clId="{E552F7FD-926C-4352-809F-CF967E039334}" dt="2025-08-25T18:04:01.612" v="157" actId="478"/>
          <ac:picMkLst>
            <pc:docMk/>
            <pc:sldMk cId="0" sldId="264"/>
            <ac:picMk id="7" creationId="{F588E624-ACD4-98E0-E0C0-13537040196D}"/>
          </ac:picMkLst>
        </pc:picChg>
      </pc:sldChg>
      <pc:sldChg chg="addSp modSp mod modNotesTx">
        <pc:chgData name="avinash desai" userId="f6326742e5166e74" providerId="LiveId" clId="{E552F7FD-926C-4352-809F-CF967E039334}" dt="2025-08-25T18:07:01.148" v="166" actId="6549"/>
        <pc:sldMkLst>
          <pc:docMk/>
          <pc:sldMk cId="0" sldId="265"/>
        </pc:sldMkLst>
        <pc:spChg chg="mod">
          <ac:chgData name="avinash desai" userId="f6326742e5166e74" providerId="LiveId" clId="{E552F7FD-926C-4352-809F-CF967E039334}" dt="2025-08-25T18:07:01.148" v="166" actId="6549"/>
          <ac:spMkLst>
            <pc:docMk/>
            <pc:sldMk cId="0" sldId="265"/>
            <ac:spMk id="2" creationId="{00000000-0000-0000-0000-000000000000}"/>
          </ac:spMkLst>
        </pc:spChg>
        <pc:spChg chg="mod">
          <ac:chgData name="avinash desai" userId="f6326742e5166e74" providerId="LiveId" clId="{E552F7FD-926C-4352-809F-CF967E039334}" dt="2025-08-25T18:06:41.083" v="163" actId="14100"/>
          <ac:spMkLst>
            <pc:docMk/>
            <pc:sldMk cId="0" sldId="265"/>
            <ac:spMk id="3" creationId="{00000000-0000-0000-0000-000000000000}"/>
          </ac:spMkLst>
        </pc:spChg>
        <pc:picChg chg="add mod">
          <ac:chgData name="avinash desai" userId="f6326742e5166e74" providerId="LiveId" clId="{E552F7FD-926C-4352-809F-CF967E039334}" dt="2025-08-25T18:06:48.206" v="165" actId="14100"/>
          <ac:picMkLst>
            <pc:docMk/>
            <pc:sldMk cId="0" sldId="265"/>
            <ac:picMk id="5" creationId="{548A4C09-5923-5675-9A96-1A51EA89753C}"/>
          </ac:picMkLst>
        </pc:picChg>
      </pc:sldChg>
      <pc:sldChg chg="modSp mod modNotesTx">
        <pc:chgData name="avinash desai" userId="f6326742e5166e74" providerId="LiveId" clId="{E552F7FD-926C-4352-809F-CF967E039334}" dt="2025-08-25T18:07:51.569" v="181" actId="20577"/>
        <pc:sldMkLst>
          <pc:docMk/>
          <pc:sldMk cId="0" sldId="266"/>
        </pc:sldMkLst>
        <pc:spChg chg="mod">
          <ac:chgData name="avinash desai" userId="f6326742e5166e74" providerId="LiveId" clId="{E552F7FD-926C-4352-809F-CF967E039334}" dt="2025-08-25T18:07:46.738" v="180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 modNotesTx">
        <pc:chgData name="avinash desai" userId="f6326742e5166e74" providerId="LiveId" clId="{E552F7FD-926C-4352-809F-CF967E039334}" dt="2025-08-25T18:08:52.277" v="183" actId="6549"/>
        <pc:sldMkLst>
          <pc:docMk/>
          <pc:sldMk cId="0" sldId="267"/>
        </pc:sldMkLst>
        <pc:spChg chg="mod">
          <ac:chgData name="avinash desai" userId="f6326742e5166e74" providerId="LiveId" clId="{E552F7FD-926C-4352-809F-CF967E039334}" dt="2025-08-25T18:08:28.575" v="182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 mod modNotesTx">
        <pc:chgData name="avinash desai" userId="f6326742e5166e74" providerId="LiveId" clId="{E552F7FD-926C-4352-809F-CF967E039334}" dt="2025-08-25T19:09:05.716" v="234" actId="1035"/>
        <pc:sldMkLst>
          <pc:docMk/>
          <pc:sldMk cId="0" sldId="268"/>
        </pc:sldMkLst>
        <pc:spChg chg="mod">
          <ac:chgData name="avinash desai" userId="f6326742e5166e74" providerId="LiveId" clId="{E552F7FD-926C-4352-809F-CF967E039334}" dt="2025-08-25T18:09:41.045" v="186" actId="20577"/>
          <ac:spMkLst>
            <pc:docMk/>
            <pc:sldMk cId="0" sldId="268"/>
            <ac:spMk id="2" creationId="{00000000-0000-0000-0000-000000000000}"/>
          </ac:spMkLst>
        </pc:spChg>
        <pc:picChg chg="mod">
          <ac:chgData name="avinash desai" userId="f6326742e5166e74" providerId="LiveId" clId="{E552F7FD-926C-4352-809F-CF967E039334}" dt="2025-08-25T19:09:05.716" v="234" actId="1035"/>
          <ac:picMkLst>
            <pc:docMk/>
            <pc:sldMk cId="0" sldId="268"/>
            <ac:picMk id="4" creationId="{00000000-0000-0000-0000-000000000000}"/>
          </ac:picMkLst>
        </pc:picChg>
      </pc:sldChg>
      <pc:sldChg chg="modSp mod ord modNotesTx">
        <pc:chgData name="avinash desai" userId="f6326742e5166e74" providerId="LiveId" clId="{E552F7FD-926C-4352-809F-CF967E039334}" dt="2025-08-25T18:50:06.965" v="216"/>
        <pc:sldMkLst>
          <pc:docMk/>
          <pc:sldMk cId="0" sldId="269"/>
        </pc:sldMkLst>
        <pc:spChg chg="mod">
          <ac:chgData name="avinash desai" userId="f6326742e5166e74" providerId="LiveId" clId="{E552F7FD-926C-4352-809F-CF967E039334}" dt="2025-08-25T18:47:27.369" v="196" actId="20577"/>
          <ac:spMkLst>
            <pc:docMk/>
            <pc:sldMk cId="0" sldId="269"/>
            <ac:spMk id="2" creationId="{00000000-0000-0000-0000-000000000000}"/>
          </ac:spMkLst>
        </pc:spChg>
        <pc:picChg chg="mod">
          <ac:chgData name="avinash desai" userId="f6326742e5166e74" providerId="LiveId" clId="{E552F7FD-926C-4352-809F-CF967E039334}" dt="2025-08-25T18:47:17.989" v="195" actId="1076"/>
          <ac:picMkLst>
            <pc:docMk/>
            <pc:sldMk cId="0" sldId="269"/>
            <ac:picMk id="4" creationId="{00000000-0000-0000-0000-000000000000}"/>
          </ac:picMkLst>
        </pc:picChg>
      </pc:sldChg>
      <pc:sldChg chg="modSp mod modNotesTx">
        <pc:chgData name="avinash desai" userId="f6326742e5166e74" providerId="LiveId" clId="{E552F7FD-926C-4352-809F-CF967E039334}" dt="2025-08-25T18:48:32.966" v="205" actId="6549"/>
        <pc:sldMkLst>
          <pc:docMk/>
          <pc:sldMk cId="0" sldId="270"/>
        </pc:sldMkLst>
        <pc:picChg chg="mod">
          <ac:chgData name="avinash desai" userId="f6326742e5166e74" providerId="LiveId" clId="{E552F7FD-926C-4352-809F-CF967E039334}" dt="2025-08-25T18:47:45.903" v="200" actId="1076"/>
          <ac:picMkLst>
            <pc:docMk/>
            <pc:sldMk cId="0" sldId="270"/>
            <ac:picMk id="4" creationId="{00000000-0000-0000-0000-000000000000}"/>
          </ac:picMkLst>
        </pc:picChg>
        <pc:picChg chg="mod">
          <ac:chgData name="avinash desai" userId="f6326742e5166e74" providerId="LiveId" clId="{E552F7FD-926C-4352-809F-CF967E039334}" dt="2025-08-25T18:47:55.967" v="203" actId="14100"/>
          <ac:picMkLst>
            <pc:docMk/>
            <pc:sldMk cId="0" sldId="270"/>
            <ac:picMk id="5" creationId="{00000000-0000-0000-0000-000000000000}"/>
          </ac:picMkLst>
        </pc:picChg>
      </pc:sldChg>
      <pc:sldChg chg="modSp del mod modNotesTx">
        <pc:chgData name="avinash desai" userId="f6326742e5166e74" providerId="LiveId" clId="{E552F7FD-926C-4352-809F-CF967E039334}" dt="2025-08-25T18:50:20.261" v="217" actId="47"/>
        <pc:sldMkLst>
          <pc:docMk/>
          <pc:sldMk cId="0" sldId="271"/>
        </pc:sldMkLst>
        <pc:picChg chg="mod">
          <ac:chgData name="avinash desai" userId="f6326742e5166e74" providerId="LiveId" clId="{E552F7FD-926C-4352-809F-CF967E039334}" dt="2025-08-25T18:48:54.996" v="209" actId="14100"/>
          <ac:picMkLst>
            <pc:docMk/>
            <pc:sldMk cId="0" sldId="271"/>
            <ac:picMk id="4" creationId="{00000000-0000-0000-0000-000000000000}"/>
          </ac:picMkLst>
        </pc:picChg>
      </pc:sldChg>
      <pc:sldChg chg="delSp modSp mod modNotesTx">
        <pc:chgData name="avinash desai" userId="f6326742e5166e74" providerId="LiveId" clId="{E552F7FD-926C-4352-809F-CF967E039334}" dt="2025-08-25T18:49:52.478" v="214" actId="21"/>
        <pc:sldMkLst>
          <pc:docMk/>
          <pc:sldMk cId="0" sldId="272"/>
        </pc:sldMkLst>
        <pc:spChg chg="mod">
          <ac:chgData name="avinash desai" userId="f6326742e5166e74" providerId="LiveId" clId="{E552F7FD-926C-4352-809F-CF967E039334}" dt="2025-08-25T18:49:38.841" v="211" actId="6549"/>
          <ac:spMkLst>
            <pc:docMk/>
            <pc:sldMk cId="0" sldId="272"/>
            <ac:spMk id="3" creationId="{00000000-0000-0000-0000-000000000000}"/>
          </ac:spMkLst>
        </pc:spChg>
        <pc:picChg chg="del mod">
          <ac:chgData name="avinash desai" userId="f6326742e5166e74" providerId="LiveId" clId="{E552F7FD-926C-4352-809F-CF967E039334}" dt="2025-08-25T18:49:52.478" v="214" actId="21"/>
          <ac:picMkLst>
            <pc:docMk/>
            <pc:sldMk cId="0" sldId="272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3B52E8-0A0A-4126-9061-30FF296C3C6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5D29AE-BBA5-42DE-AA92-F494DFEB2E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922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ABFB2-F8D8-468B-A6B9-17B52B7D505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4365-0DEE-4970-97BF-A750B30E8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675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ABFB2-F8D8-468B-A6B9-17B52B7D505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4365-0DEE-4970-97BF-A750B30E8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089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ABFB2-F8D8-468B-A6B9-17B52B7D505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4365-0DEE-4970-97BF-A750B30E8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854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ABFB2-F8D8-468B-A6B9-17B52B7D505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4365-0DEE-4970-97BF-A750B30E8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214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ABFB2-F8D8-468B-A6B9-17B52B7D505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4365-0DEE-4970-97BF-A750B30E8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697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ABFB2-F8D8-468B-A6B9-17B52B7D505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4365-0DEE-4970-97BF-A750B30E8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3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ABFB2-F8D8-468B-A6B9-17B52B7D505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4365-0DEE-4970-97BF-A750B30E8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55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ABFB2-F8D8-468B-A6B9-17B52B7D505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4365-0DEE-4970-97BF-A750B30E8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679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ABFB2-F8D8-468B-A6B9-17B52B7D505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4365-0DEE-4970-97BF-A750B30E8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68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ABFB2-F8D8-468B-A6B9-17B52B7D505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4365-0DEE-4970-97BF-A750B30E8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809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ABFB2-F8D8-468B-A6B9-17B52B7D505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4365-0DEE-4970-97BF-A750B30E8801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0449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ABFB2-F8D8-468B-A6B9-17B52B7D505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4365-0DEE-4970-97BF-A750B30E8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1867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ABFB2-F8D8-468B-A6B9-17B52B7D505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4365-0DEE-4970-97BF-A750B30E880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2417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ABFB2-F8D8-468B-A6B9-17B52B7D505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4365-0DEE-4970-97BF-A750B30E8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2441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ABFB2-F8D8-468B-A6B9-17B52B7D505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4365-0DEE-4970-97BF-A750B30E8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3513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ABFB2-F8D8-468B-A6B9-17B52B7D505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4365-0DEE-4970-97BF-A750B30E8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803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ABFB2-F8D8-468B-A6B9-17B52B7D505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1134365-0DEE-4970-97BF-A750B30E8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567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6916" y="2404534"/>
            <a:ext cx="9301316" cy="1646302"/>
          </a:xfrm>
        </p:spPr>
        <p:txBody>
          <a:bodyPr/>
          <a:lstStyle/>
          <a:p>
            <a:pPr algn="ctr"/>
            <a:r>
              <a:rPr lang="en-US" sz="3600" dirty="0"/>
              <a:t>Predictive Maintenance in Heavy Machinery: A Machine Learning Approach Using Vibration and Temperature Sensor Data </a:t>
            </a:r>
            <a:endParaRPr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5649" y="4178652"/>
            <a:ext cx="8403849" cy="1646302"/>
          </a:xfrm>
        </p:spPr>
        <p:txBody>
          <a:bodyPr>
            <a:normAutofit/>
          </a:bodyPr>
          <a:lstStyle/>
          <a:p>
            <a:pPr algn="ctr"/>
            <a:r>
              <a:rPr sz="1600" b="1" dirty="0"/>
              <a:t>Avinash Desai (20032381)</a:t>
            </a:r>
            <a:endParaRPr lang="en-IN" sz="1600" b="1" dirty="0"/>
          </a:p>
          <a:p>
            <a:pPr algn="ctr"/>
            <a:r>
              <a:rPr lang="en-IN" sz="1600" b="1" dirty="0"/>
              <a:t> Supervisor: Sajal Kaur Minhas </a:t>
            </a:r>
          </a:p>
          <a:p>
            <a:pPr algn="ctr"/>
            <a:r>
              <a:rPr lang="en-US" sz="1600" b="1" dirty="0"/>
              <a:t> Module: B9DA113 APPLIED RESEARCH PROJECT (B9DA113_2425_TMD3) </a:t>
            </a:r>
          </a:p>
          <a:p>
            <a:pPr algn="ctr"/>
            <a:r>
              <a:rPr lang="en-IN" sz="1600" b="1" dirty="0"/>
              <a:t>August 2025 </a:t>
            </a:r>
            <a:endParaRPr sz="1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7294D3-530C-2725-BE9B-3B42F1C50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57"/>
            <a:ext cx="2550017" cy="15693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Primary Q: Can ML predict failures early to reduce downtime?</a:t>
            </a:r>
          </a:p>
          <a:p>
            <a:r>
              <a:rPr dirty="0"/>
              <a:t>Objectives: build &amp; compare models, handle imbalance, priorities recall, interpret features, recommend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Literature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Azari et al. (2023): Transfer learning for PdM</a:t>
            </a:r>
          </a:p>
          <a:p>
            <a:r>
              <a:t>Madasamy et al. (2023): IoT + ML for scalable PdM</a:t>
            </a:r>
          </a:p>
          <a:p>
            <a:r>
              <a:t>Pavithra &amp; Ramachandran (2021): Vibration analysis for faults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Description &amp; Target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10,000 rows x 14 cols (sensor data + failure flags + Machine_failure)</a:t>
            </a:r>
          </a:p>
          <a:p>
            <a:r>
              <a:t>Sensors: air_temp, process_temp, rotational_speed, torque, tool_wear. Type: L/M/H</a:t>
            </a:r>
          </a:p>
          <a:p>
            <a:r>
              <a:t>Target: Machine_failure = OR of five failure modes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6252719-CB65-C056-1820-D961C67CE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447891"/>
              </p:ext>
            </p:extLst>
          </p:nvPr>
        </p:nvGraphicFramePr>
        <p:xfrm>
          <a:off x="2104833" y="4188257"/>
          <a:ext cx="5741670" cy="2511425"/>
        </p:xfrm>
        <a:graphic>
          <a:graphicData uri="http://schemas.openxmlformats.org/drawingml/2006/table">
            <a:tbl>
              <a:tblPr firstRow="1" firstCol="1" bandRow="1"/>
              <a:tblGrid>
                <a:gridCol w="371475">
                  <a:extLst>
                    <a:ext uri="{9D8B030D-6E8A-4147-A177-3AD203B41FA5}">
                      <a16:colId xmlns:a16="http://schemas.microsoft.com/office/drawing/2014/main" val="2243329453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131729655"/>
                    </a:ext>
                  </a:extLst>
                </a:gridCol>
                <a:gridCol w="429895">
                  <a:extLst>
                    <a:ext uri="{9D8B030D-6E8A-4147-A177-3AD203B41FA5}">
                      <a16:colId xmlns:a16="http://schemas.microsoft.com/office/drawing/2014/main" val="2987311702"/>
                    </a:ext>
                  </a:extLst>
                </a:gridCol>
                <a:gridCol w="902970">
                  <a:extLst>
                    <a:ext uri="{9D8B030D-6E8A-4147-A177-3AD203B41FA5}">
                      <a16:colId xmlns:a16="http://schemas.microsoft.com/office/drawing/2014/main" val="936298877"/>
                    </a:ext>
                  </a:extLst>
                </a:gridCol>
                <a:gridCol w="902970">
                  <a:extLst>
                    <a:ext uri="{9D8B030D-6E8A-4147-A177-3AD203B41FA5}">
                      <a16:colId xmlns:a16="http://schemas.microsoft.com/office/drawing/2014/main" val="1045460720"/>
                    </a:ext>
                  </a:extLst>
                </a:gridCol>
                <a:gridCol w="759460">
                  <a:extLst>
                    <a:ext uri="{9D8B030D-6E8A-4147-A177-3AD203B41FA5}">
                      <a16:colId xmlns:a16="http://schemas.microsoft.com/office/drawing/2014/main" val="2715087652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1665561059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1320271932"/>
                    </a:ext>
                  </a:extLst>
                </a:gridCol>
                <a:gridCol w="661035">
                  <a:extLst>
                    <a:ext uri="{9D8B030D-6E8A-4147-A177-3AD203B41FA5}">
                      <a16:colId xmlns:a16="http://schemas.microsoft.com/office/drawing/2014/main" val="1530938393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UDI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Product ID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Type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Air temperature [K]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Process temperature [K]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Rotational speed [rpm]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Torque [Nm]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Tool wear [min]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Machine failure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097196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M14860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298.1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309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1551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42.8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8316090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L47181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298.2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309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1408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46.3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70000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L47182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298.1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309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1498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49.4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366093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L47183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298.2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309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1433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39.5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544177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L47184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298.2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309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1408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298319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M14865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298.1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309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1425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41.9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39492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L47186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298.1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309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1558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42.4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245936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L47187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298.1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309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1527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40.2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16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586154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M14868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298.3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309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1667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28.6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406971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M14869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298.5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309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1741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28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buNone/>
                      </a:pPr>
                      <a:r>
                        <a:rPr lang="en-IN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3988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7147152" cy="3880773"/>
          </a:xfrm>
        </p:spPr>
        <p:txBody>
          <a:bodyPr/>
          <a:lstStyle/>
          <a:p>
            <a:endParaRPr dirty="0"/>
          </a:p>
          <a:p>
            <a:r>
              <a:rPr dirty="0"/>
              <a:t>Cleaning → Encoding → Scaling → Stratified split → SMOTE on train → CV + </a:t>
            </a:r>
            <a:r>
              <a:rPr dirty="0" err="1"/>
              <a:t>GridSearch</a:t>
            </a:r>
            <a:endParaRPr dirty="0"/>
          </a:p>
          <a:p>
            <a:r>
              <a:rPr dirty="0"/>
              <a:t>Evaluation metrics: confusion matrix, precision/recall, F1, ROC AUC; recall is priority</a:t>
            </a:r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548A4C09-5923-5675-9A96-1A51EA8975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4163" y="-4493"/>
            <a:ext cx="3487838" cy="6862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Logistic Regression (baseline)</a:t>
            </a:r>
          </a:p>
          <a:p>
            <a:r>
              <a:rPr dirty="0"/>
              <a:t>Random Forest, </a:t>
            </a:r>
            <a:r>
              <a:rPr dirty="0" err="1"/>
              <a:t>XGBoost</a:t>
            </a:r>
            <a:r>
              <a:rPr dirty="0"/>
              <a:t> (ensembles)</a:t>
            </a:r>
          </a:p>
          <a:p>
            <a:r>
              <a:rPr dirty="0"/>
              <a:t>SVM, KNN (kernel/distance)</a:t>
            </a:r>
          </a:p>
          <a:p>
            <a:r>
              <a:rPr dirty="0"/>
              <a:t>K-Means (unsupervised diagnostic)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Hyperparameter Tuning &amp; CV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GridSearchCV</a:t>
            </a:r>
            <a:r>
              <a:rPr dirty="0"/>
              <a:t> with </a:t>
            </a:r>
            <a:r>
              <a:rPr dirty="0" err="1"/>
              <a:t>StratifiedKFold</a:t>
            </a:r>
            <a:r>
              <a:rPr dirty="0"/>
              <a:t>; scoring ROC AUC, with recall constraints</a:t>
            </a:r>
          </a:p>
          <a:p>
            <a:r>
              <a:rPr dirty="0"/>
              <a:t>Example grids: RF (</a:t>
            </a:r>
            <a:r>
              <a:rPr dirty="0" err="1"/>
              <a:t>n_estimators</a:t>
            </a:r>
            <a:r>
              <a:rPr dirty="0"/>
              <a:t>, </a:t>
            </a:r>
            <a:r>
              <a:rPr dirty="0" err="1"/>
              <a:t>max_depth</a:t>
            </a:r>
            <a:r>
              <a:rPr dirty="0"/>
              <a:t>), XGB (</a:t>
            </a:r>
            <a:r>
              <a:rPr dirty="0" err="1"/>
              <a:t>lr</a:t>
            </a:r>
            <a:r>
              <a:rPr dirty="0"/>
              <a:t>, depth</a:t>
            </a:r>
            <a:r>
              <a:rPr lang="en-IN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Summary of Accuracy, Precision (Failure), Recall (Failure), F1, AUC for each model</a:t>
            </a:r>
          </a:p>
          <a:p>
            <a:r>
              <a:t>Recall prioritized — focus on models that detect failures reliably.</a:t>
            </a:r>
          </a:p>
        </p:txBody>
      </p:sp>
      <p:pic>
        <p:nvPicPr>
          <p:cNvPr id="4" name="Picture 3" descr="performance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13026"/>
            <a:ext cx="1229283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K-Means Diagnostic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K=2 clusters found; one cluster has higher failure concentration</a:t>
            </a:r>
          </a:p>
          <a:p>
            <a:r>
              <a:t>Cluster labels can be used as features to increase recall or to prioritise inspections</a:t>
            </a:r>
          </a:p>
        </p:txBody>
      </p:sp>
      <p:pic>
        <p:nvPicPr>
          <p:cNvPr id="4" name="Picture 3" descr="kmeans_p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369" y="3366886"/>
            <a:ext cx="4156334" cy="3491114"/>
          </a:xfrm>
          <a:prstGeom prst="rect">
            <a:avLst/>
          </a:prstGeom>
        </p:spPr>
      </p:pic>
      <p:pic>
        <p:nvPicPr>
          <p:cNvPr id="5" name="Picture 4" descr="kmeans_failure_r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8475" y="4132162"/>
            <a:ext cx="3352634" cy="27258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KNN/SVM/LR show high recall but low precision (many false alarms)</a:t>
            </a:r>
          </a:p>
          <a:p>
            <a:r>
              <a:t>XGBoost &amp; RF: best trade-off with AUC ~0.92 and solid recall; recommended for deployment</a:t>
            </a:r>
          </a:p>
        </p:txBody>
      </p:sp>
      <p:pic>
        <p:nvPicPr>
          <p:cNvPr id="4" name="Picture 3" descr="recall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668" y="3429000"/>
            <a:ext cx="6538998" cy="32606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Key refs: Azari et al. (2023), </a:t>
            </a:r>
            <a:r>
              <a:rPr dirty="0" err="1"/>
              <a:t>Madasamy</a:t>
            </a:r>
            <a:r>
              <a:rPr dirty="0"/>
              <a:t> et al. (2023), Pavithra &amp; Ramachandran (2021)</a:t>
            </a:r>
          </a:p>
          <a:p>
            <a:r>
              <a:rPr dirty="0"/>
              <a:t>Thank you — Questions?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264</TotalTime>
  <Words>515</Words>
  <Application>Microsoft Office PowerPoint</Application>
  <PresentationFormat>Widescreen</PresentationFormat>
  <Paragraphs>148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Trebuchet MS</vt:lpstr>
      <vt:lpstr>Wingdings 3</vt:lpstr>
      <vt:lpstr>Facet</vt:lpstr>
      <vt:lpstr>Predictive Maintenance in Heavy Machinery: A Machine Learning Approach Using Vibration and Temperature Sensor Data </vt:lpstr>
      <vt:lpstr>Research Question &amp; Objectives</vt:lpstr>
      <vt:lpstr>Key Literature &amp; Context</vt:lpstr>
      <vt:lpstr>Data Description &amp; Target</vt:lpstr>
      <vt:lpstr>Methodology</vt:lpstr>
      <vt:lpstr>Models Evaluated</vt:lpstr>
      <vt:lpstr>Hyperparameter Tuning &amp; CV</vt:lpstr>
      <vt:lpstr>Results Summary</vt:lpstr>
      <vt:lpstr>K-Means Diagnostic &amp; Insights</vt:lpstr>
      <vt:lpstr>Model Comparison</vt:lpstr>
      <vt:lpstr>References &amp;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avinash desai</dc:creator>
  <cp:lastModifiedBy>avinash desai</cp:lastModifiedBy>
  <cp:revision>1</cp:revision>
  <dcterms:created xsi:type="dcterms:W3CDTF">2025-08-23T20:28:22Z</dcterms:created>
  <dcterms:modified xsi:type="dcterms:W3CDTF">2025-08-25T19:09:12Z</dcterms:modified>
</cp:coreProperties>
</file>